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6858000" cy="9144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7" roundtripDataSignature="AMtx7mg1jPTSQrBy1KxHcKc6zM1CGvOb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BE6341C-054F-4607-8873-64B2A222E32B}">
  <a:tblStyle styleId="{DBE6341C-054F-4607-8873-64B2A222E32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55"/>
    <p:restoredTop sz="94658"/>
  </p:normalViewPr>
  <p:slideViewPr>
    <p:cSldViewPr snapToGrid="0" showGuides="1">
      <p:cViewPr varScale="1">
        <p:scale>
          <a:sx n="87" d="100"/>
          <a:sy n="87" d="100"/>
        </p:scale>
        <p:origin x="12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7" Type="http://customschemas.google.com/relationships/presentationmetadata" Target="metadata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43125" y="685800"/>
            <a:ext cx="25717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 スライド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セクション見出し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つのコンテンツ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471488" y="2434167"/>
            <a:ext cx="2914650" cy="5801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3471863" y="2434167"/>
            <a:ext cx="2914650" cy="5801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472381" y="3340100"/>
            <a:ext cx="2901255" cy="4912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3471863" y="2241551"/>
            <a:ext cx="2915543" cy="1098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3471863" y="3340100"/>
            <a:ext cx="2915543" cy="4912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白紙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付きのコンテンツ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付きの図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と縦書きテキスト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528108" y="2377546"/>
            <a:ext cx="5801784" cy="591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縦書きタイトルと&#10;縦書きテキスト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1772577" y="3622015"/>
            <a:ext cx="7749117" cy="147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-1227798" y="2186121"/>
            <a:ext cx="7749117" cy="4350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www.kanesa-f.com/storelist/michinoku/index.html" TargetMode="External"/><Relationship Id="rId4" Type="http://schemas.openxmlformats.org/officeDocument/2006/relationships/hyperlink" Target="https://coro56.jp/" TargetMode="External"/><Relationship Id="rId5" Type="http://schemas.openxmlformats.org/officeDocument/2006/relationships/hyperlink" Target="https://taiankichijitsu.com/pc/" TargetMode="External"/><Relationship Id="rId6" Type="http://schemas.openxmlformats.org/officeDocument/2006/relationships/hyperlink" Target="https://www.mitakisan.com/" TargetMode="External"/><Relationship Id="rId7" Type="http://schemas.openxmlformats.org/officeDocument/2006/relationships/hyperlink" Target="https://kikusuian.jp/events/ichibancho/" TargetMode="External"/><Relationship Id="rId8" Type="http://schemas.openxmlformats.org/officeDocument/2006/relationships/hyperlink" Target="https://tabelog.com/miyagi/" TargetMode="External"/><Relationship Id="rId9" Type="http://schemas.openxmlformats.org/officeDocument/2006/relationships/hyperlink" Target="https://tabelog.com/miyagi/C4101/rstLst/" TargetMode="External"/><Relationship Id="rId10" Type="http://schemas.openxmlformats.org/officeDocument/2006/relationships/hyperlink" Target="https://tabelog.com/miyagi/C4101/C12394/rstLst/" TargetMode="External"/><Relationship Id="rId11" Type="http://schemas.openxmlformats.org/officeDocument/2006/relationships/hyperlink" Target="https://tamazawa.co.jp/shop/harenoka/" TargetMode="External"/><Relationship Id="rId12" Type="http://schemas.openxmlformats.org/officeDocument/2006/relationships/hyperlink" Target="https://www.abekama.co.jp/store" TargetMode="External"/><Relationship Id="rId13" Type="http://schemas.openxmlformats.org/officeDocument/2006/relationships/hyperlink" Target="https://www.fujisaki.co.jp/floorguide/honkan_B1F/" TargetMode="External"/><Relationship Id="rId14" Type="http://schemas.openxmlformats.org/officeDocument/2006/relationships/hyperlink" Target="https://www.zuihoden.com/" TargetMode="External"/><Relationship Id="rId15" Type="http://schemas.openxmlformats.org/officeDocument/2006/relationships/hyperlink" Target="https://www.city.sendai.jp/shisekichosa/kurashi/manabu/kyoiku/inkai/bunkazai/bunkazai/joseki/index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4"/>
          <p:cNvSpPr txBox="1"/>
          <p:nvPr/>
        </p:nvSpPr>
        <p:spPr>
          <a:xfrm>
            <a:off x="2618650" y="192766"/>
            <a:ext cx="177059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ja-JP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ガイド依頼書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4"/>
          <p:cNvSpPr txBox="1"/>
          <p:nvPr/>
        </p:nvSpPr>
        <p:spPr>
          <a:xfrm>
            <a:off x="193082" y="519307"/>
            <a:ext cx="177059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サンプル 様　　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4"/>
          <p:cNvSpPr txBox="1"/>
          <p:nvPr/>
        </p:nvSpPr>
        <p:spPr>
          <a:xfrm>
            <a:off x="4404266" y="195751"/>
            <a:ext cx="2453734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ja-JP" sz="12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発行日：　          0000/0/0</a:t>
            </a:r>
            <a:endParaRPr sz="1200" b="0" i="0" u="sng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4"/>
          <p:cNvSpPr txBox="1"/>
          <p:nvPr/>
        </p:nvSpPr>
        <p:spPr>
          <a:xfrm>
            <a:off x="4032917" y="605028"/>
            <a:ext cx="2778325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ja-JP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株式会社インアウトバウンド東北</a:t>
            </a:r>
            <a:endParaRPr sz="12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ja-JP" sz="10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〒983-0044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ja-JP" sz="10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宮城県仙台市宮城野区宮千代2丁目1-2 3階</a:t>
            </a: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ja-JP" sz="10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TEL 022-302-7390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ja-JP" sz="10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担当者 小野寺恭子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4"/>
          <p:cNvSpPr txBox="1"/>
          <p:nvPr/>
        </p:nvSpPr>
        <p:spPr>
          <a:xfrm>
            <a:off x="193082" y="889284"/>
            <a:ext cx="635062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1100"/>
            </a:pPr>
            <a:r>
              <a:rPr lang="ja-JP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日程　　　　0000年0月0日（サンプル）</a:t>
            </a:r>
            <a:endParaRPr lang="en-US" altLang="ja-JP" sz="1200" dirty="0">
              <a:solidFill>
                <a:schemeClr val="dk1"/>
              </a:solidFill>
            </a:endParaRPr>
          </a:p>
          <a:p>
            <a:pPr lvl="0">
              <a:buSzPts val="1100"/>
            </a:pPr>
            <a:r>
              <a:rPr lang="ja-JP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ツアー名 	Sample Tour Name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集合場所	サンプル集合場所</a:t>
            </a:r>
            <a:endParaRPr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SzPts val="1100"/>
            </a:pPr>
            <a:r>
              <a:rPr lang="ja-JP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ゲスト名 	Sample Guest</a:t>
            </a:r>
          </a:p>
          <a:p>
            <a:pPr lvl="0">
              <a:buSzPts val="1100"/>
            </a:pPr>
            <a:r>
              <a:rPr lang="ja-JP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時間 	00:00 AM - 00:00 PM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人数 	      1   名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ガイド謝金  	0円  　　　　　　　【行程】</a:t>
            </a:r>
            <a:endParaRPr sz="105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4"/>
          <p:cNvSpPr txBox="1"/>
          <p:nvPr/>
        </p:nvSpPr>
        <p:spPr>
          <a:xfrm>
            <a:off x="312115" y="8208526"/>
            <a:ext cx="6192174" cy="800179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1050"/>
            </a:pPr>
            <a:r>
              <a:rPr lang="ja-JP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【注意事項】サンプルの注意事項です。</a:t>
            </a:r>
            <a:endParaRPr lang="en-US" altLang="ja-JP" sz="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SzPts val="1050"/>
            </a:pPr>
            <a:r>
              <a:rPr lang="ja-JP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【緊急連絡先】000-0000-0000(サンプル）</a:t>
            </a:r>
            <a:endParaRPr lang="en-US" altLang="ja-JP" sz="1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91" name="Table 90"/>
          <p:cNvGraphicFramePr>
            <a:graphicFrameLocks noGrp="1"/>
          </p:cNvGraphicFramePr>
          <p:nvPr/>
        </p:nvGraphicFramePr>
        <p:xfrm>
          <a:off x="324214" y="2252429"/>
          <a:ext cx="6180075" cy="5428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72425"/>
                <a:gridCol w="1583025"/>
                <a:gridCol w="1257800"/>
                <a:gridCol w="507200"/>
                <a:gridCol w="1859625"/>
              </a:tblGrid>
              <a:tr h="32833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latin typeface="Arial"/>
                        </a:rPr>
                        <a:t>時間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C6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latin typeface="Arial"/>
                        </a:rPr>
                        <a:t>行程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C6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latin typeface="Arial"/>
                        </a:rPr>
                        <a:t>支払額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C6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latin typeface="Arial"/>
                        </a:rPr>
                        <a:t>支払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C6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latin typeface="Arial"/>
                        </a:rPr>
                        <a:t>立ち寄り先情報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C6E7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latin typeface="Arial"/>
                        </a:rPr>
                        <a:t/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552</Words>
  <Application>Microsoft Macintosh PowerPoint</Application>
  <PresentationFormat>画面に合わせる (4:3)</PresentationFormat>
  <Paragraphs>112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Meiryo</vt:lpstr>
      <vt:lpstr>Arial</vt:lpstr>
      <vt:lpstr>Calibri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Kyoko O</dc:creator>
  <cp:lastModifiedBy>Kyoko O</cp:lastModifiedBy>
  <cp:revision>16</cp:revision>
  <cp:lastPrinted>2026-05-29T04:58:53Z</cp:lastPrinted>
  <dcterms:created xsi:type="dcterms:W3CDTF">2024-07-01T06:14:24Z</dcterms:created>
  <dcterms:modified xsi:type="dcterms:W3CDTF">2026-06-04T01:04:49Z</dcterms:modified>
</cp:coreProperties>
</file>