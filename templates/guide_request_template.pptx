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1jPTSQrBy1KxHcKc6zM1CGvOb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E6341C-054F-4607-8873-64B2A222E32B}">
  <a:tblStyle styleId="{DBE6341C-054F-4607-8873-64B2A222E3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/>
    <p:restoredTop sz="94658"/>
  </p:normalViewPr>
  <p:slideViewPr>
    <p:cSldViewPr snapToGrid="0" showGuides="1">
      <p:cViewPr varScale="1">
        <p:scale>
          <a:sx n="87" d="100"/>
          <a:sy n="87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kanesa-f.com/storelist/michinoku/index.html" TargetMode="External"/><Relationship Id="rId4" Type="http://schemas.openxmlformats.org/officeDocument/2006/relationships/hyperlink" Target="https://coro56.jp/" TargetMode="External"/><Relationship Id="rId5" Type="http://schemas.openxmlformats.org/officeDocument/2006/relationships/hyperlink" Target="https://taiankichijitsu.com/pc/" TargetMode="External"/><Relationship Id="rId6" Type="http://schemas.openxmlformats.org/officeDocument/2006/relationships/hyperlink" Target="https://www.mitakisan.com/" TargetMode="External"/><Relationship Id="rId7" Type="http://schemas.openxmlformats.org/officeDocument/2006/relationships/hyperlink" Target="https://kikusuian.jp/events/ichibancho/" TargetMode="External"/><Relationship Id="rId8" Type="http://schemas.openxmlformats.org/officeDocument/2006/relationships/hyperlink" Target="https://tabelog.com/miyagi/" TargetMode="External"/><Relationship Id="rId9" Type="http://schemas.openxmlformats.org/officeDocument/2006/relationships/hyperlink" Target="https://tabelog.com/miyagi/C4101/rstLst/" TargetMode="External"/><Relationship Id="rId10" Type="http://schemas.openxmlformats.org/officeDocument/2006/relationships/hyperlink" Target="https://tabelog.com/miyagi/C4101/C12394/rstLst/" TargetMode="External"/><Relationship Id="rId11" Type="http://schemas.openxmlformats.org/officeDocument/2006/relationships/hyperlink" Target="https://tamazawa.co.jp/shop/harenoka/" TargetMode="External"/><Relationship Id="rId12" Type="http://schemas.openxmlformats.org/officeDocument/2006/relationships/hyperlink" Target="https://www.abekama.co.jp/store" TargetMode="External"/><Relationship Id="rId13" Type="http://schemas.openxmlformats.org/officeDocument/2006/relationships/hyperlink" Target="https://www.fujisaki.co.jp/floorguide/honkan_B1F/" TargetMode="External"/><Relationship Id="rId14" Type="http://schemas.openxmlformats.org/officeDocument/2006/relationships/hyperlink" Target="https://www.zuihoden.com/" TargetMode="External"/><Relationship Id="rId15" Type="http://schemas.openxmlformats.org/officeDocument/2006/relationships/hyperlink" Target="https://www.city.sendai.jp/shisekichosa/kurashi/manabu/kyoiku/inkai/bunkazai/bunkazai/joseki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2618650" y="192766"/>
            <a:ext cx="17705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ガイド依頼書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93082" y="519307"/>
            <a:ext cx="17705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サンプル 様　　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404266" y="195751"/>
            <a:ext cx="245373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発行日：　          0000/0/0</a:t>
            </a:r>
            <a:endParaRPr sz="1200" b="0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032917" y="605028"/>
            <a:ext cx="2778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株式会社インアウトバウンド東北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-JP"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〒983-0044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-JP"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宮城県仙台市宮城野区宮千代2丁目1-2 3階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-JP"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 022-302-7390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-JP"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担当者 小野寺恭子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193082" y="889284"/>
            <a:ext cx="635062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100"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日程　　　　0000年0月0日（サンプル）</a:t>
            </a:r>
            <a:endParaRPr lang="en-US" altLang="ja-JP" sz="1200" dirty="0">
              <a:solidFill>
                <a:schemeClr val="dk1"/>
              </a:solidFill>
            </a:endParaRPr>
          </a:p>
          <a:p>
            <a:pPr lvl="0">
              <a:buSzPts val="1100"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ツアー名 	Sample Tour Name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集合場所	サンプル集合場所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1100"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ゲスト名 	Sample Guest</a:t>
            </a:r>
          </a:p>
          <a:p>
            <a:pPr lvl="0">
              <a:buSzPts val="1100"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時間 	00:00 AM - 00:00 PM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人数 	      1   名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ガイド謝金  	0円  　　　　　　　【行程】</a:t>
            </a:r>
            <a:endParaRPr sz="10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" name="Google Shape;89;p14"/>
          <p:cNvGraphicFramePr/>
          <p:nvPr>
            <p:extLst>
              <p:ext uri="{D42A27DB-BD31-4B8C-83A1-F6EECF244321}">
                <p14:modId xmlns:p14="http://schemas.microsoft.com/office/powerpoint/2010/main" val="4201218183"/>
              </p:ext>
            </p:extLst>
          </p:nvPr>
        </p:nvGraphicFramePr>
        <p:xfrm>
          <a:off x="324214" y="2252429"/>
          <a:ext cx="6180075" cy="5910021"/>
        </p:xfrm>
        <a:graphic>
          <a:graphicData uri="http://schemas.openxmlformats.org/drawingml/2006/table">
            <a:tbl>
              <a:tblPr>
                <a:noFill/>
                <a:tableStyleId>{DBE6341C-054F-4607-8873-64B2A222E32B}</a:tableStyleId>
              </a:tblPr>
              <a:tblGrid>
                <a:gridCol w="97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時間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行程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支払額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支払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立ち寄り先情報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10:00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alt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仙台駅２階ステンドグラス前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集合場所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:05-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:15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S-PAL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仙台東館 伊達のこみち　</a:t>
                      </a:r>
                      <a:r>
                        <a:rPr lang="ja-JP" altLang="en-US" sz="9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hlinkClick r:id="rId3"/>
                        </a:rPr>
                        <a:t>藤原屋みちのく酒紀行</a:t>
                      </a:r>
                      <a:endParaRPr lang="ja-JP" altLang="en-US">
                        <a:effectLst/>
                      </a:endParaRPr>
                    </a:p>
                  </a:txBody>
                  <a:tcPr marL="95250" marR="95250" marT="47625" marB="476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t>地酒自販機試飲体験
@200円　× 1</a:t>
                      </a:r>
                      <a:endParaRPr lang="ja-JP" altLang="en-US">
                        <a:effectLst/>
                      </a:endParaRPr>
                    </a:p>
                  </a:txBody>
                  <a:tcPr marL="95250" marR="95250" marT="47625" marB="476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現金</a:t>
                      </a:r>
                      <a:endParaRPr lang="ja-JP" altLang="en-US">
                        <a:effectLst/>
                      </a:endParaRPr>
                    </a:p>
                  </a:txBody>
                  <a:tcPr marL="95250" marR="95250" marT="47625" marB="476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S-PAL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仙台東館 </a:t>
                      </a: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階 </a:t>
                      </a:r>
                      <a:r>
                        <a:rPr lang="e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TEL:022-357-0209</a:t>
                      </a:r>
                    </a:p>
                  </a:txBody>
                  <a:tcPr marL="95250" marR="95250" marT="47625" marB="476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000">
                <a:tc rowSpan="9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:15-1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3:00</a:t>
                      </a:r>
                      <a:endParaRPr sz="9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徒歩移動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</a:t>
                      </a:r>
                      <a:endParaRPr sz="9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仙台朝市 </a:t>
                      </a:r>
                      <a:r>
                        <a:rPr lang="ja-JP" sz="900" u="sng" strike="noStrike" cap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/>
                        </a:rPr>
                        <a:t>ころっけ屋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ころっけ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@〜200円　×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仙台市青葉区中央4丁目3-27 </a:t>
                      </a:r>
                      <a:endParaRPr sz="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TEL:022-267-1569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:40-1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:50 </a:t>
                      </a:r>
                      <a:endParaRPr sz="9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鯛きち 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※名掛丁店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たいやき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@〜250円　×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仙台市青葉区中央2-1- 30 (須田ビル1F) TEL:022-224-7233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:00-1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ja-JP" sz="90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三瀧山不動院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三滝不動尊立寄り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中央2-5-7 TEL:022-263-4113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11:15₋11:25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sng" strike="noStrike" cap="none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  <a:hlinkClick r:id="rId7"/>
                        </a:rPr>
                        <a:t>お茶の井ヶ田仙台中央本店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ja-JP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緑茶/ずんだシェイク等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ja-JP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@550 x </a:t>
                      </a:r>
                      <a:r>
                        <a:rPr lang="en-US" altLang="ja-JP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宮城県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仙台市青葉区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中央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2-5-9</a:t>
                      </a:r>
                      <a:br>
                        <a:rPr lang="ja-JP" sz="1000" u="none" strike="noStrike" cap="none">
                          <a:solidFill>
                            <a:srgbClr val="595960"/>
                          </a:solidFill>
                          <a:highlight>
                            <a:srgbClr val="FFFFFF"/>
                          </a:highlight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TEL: 022-261-1351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玉澤総本店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800" u="sng" strike="noStrike" cap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1"/>
                        </a:rPr>
                        <a:t>クリスロード店（晴れの菓）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黒砂糖まんじゅう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altLang="ja-JP" sz="9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円×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青葉区中央2-3-1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TEL: 022-22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5854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阿部蒲鉾店 本店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笹かま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購入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0円　×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青葉区中央2-3-18 </a:t>
                      </a:r>
                      <a:endParaRPr sz="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TEL: 022-221-7121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11:50₋12:00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藤崎　地下1階　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800" u="sng" strike="noStrike" cap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3"/>
                        </a:rPr>
                        <a:t>ラウンド量り売り菓子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＠300 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仙台市青葉区一番町3-2-17</a:t>
                      </a:r>
                      <a:endParaRPr sz="900" u="none" strike="noStrike" cap="none"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TEL：022-261-5111（代表）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12:00-13:00　ランチ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そばの神田・仙台っ子等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そば・ラーメン等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@</a:t>
                      </a:r>
                      <a:r>
                        <a:rPr lang="en-US" altLang="ja-JP" sz="9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00 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＋１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現金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仙台市青葉区一番町2-4-17</a:t>
                      </a:r>
                      <a:endParaRPr sz="900" u="none" strike="noStrike" cap="none" dirty="0"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TEL：Tel.022-265-7966</a:t>
                      </a:r>
                      <a:endParaRPr sz="900" u="none" strike="noStrike" cap="none" dirty="0"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いろは横丁案内</a:t>
                      </a:r>
                      <a:r>
                        <a:rPr lang="ja-JP" alt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後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タクシー乗車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タクシー 藤崎前 - 瑞宝殿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1,500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円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/台 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 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現金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タクシー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sng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瑞鳳殿</a:t>
                      </a:r>
                      <a:endParaRPr lang="en-US" altLang="ja-JP" sz="900" b="0" i="0" u="sng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@570円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ja-JP" alt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410</a:t>
                      </a:r>
                      <a:r>
                        <a:rPr lang="ja-JP" alt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円 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ja-JP" alt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ガイド分</a:t>
                      </a:r>
                      <a:endParaRPr lang="en-US" altLang="ja-JP"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現金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青葉区霊屋下23-2 TEL 262-6250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14:45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/>
                        <a:t>タクシー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瑞鳳殿 - 仙台城跡</a:t>
                      </a:r>
                      <a:endParaRPr lang="en-US" altLang="ja-JP" sz="9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altLang="en-US" sz="800" b="0" i="0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拝観中に配車依頼して下さい</a:t>
                      </a:r>
                      <a:endParaRPr sz="8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,000円 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台 ×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r>
                        <a:rPr lang="ja-JP" alt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現金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alt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参考）第一交通：</a:t>
                      </a:r>
                      <a:r>
                        <a:rPr lang="en-US" altLang="ja-JP" sz="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022-236-1221</a:t>
                      </a:r>
                      <a:br>
                        <a:rPr lang="en-US" altLang="ja-JP" sz="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ja-JP" alt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　　</a:t>
                      </a:r>
                      <a:r>
                        <a:rPr lang="ja-JP" alt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無線タクシー：</a:t>
                      </a:r>
                      <a:r>
                        <a:rPr lang="en-US" altLang="ja-JP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0570-061-000</a:t>
                      </a:r>
                      <a:endParaRPr sz="12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仙台城跡</a:t>
                      </a:r>
                      <a:r>
                        <a:rPr lang="ja-JP" sz="90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見学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青葉区天守台青葉城跡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6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15:30-1</a:t>
                      </a:r>
                      <a:r>
                        <a:rPr lang="en-US" altLang="ja-JP" sz="9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altLang="ja-JP" sz="9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タクシー仙台城跡</a:t>
                      </a:r>
                      <a:r>
                        <a:rPr lang="en-US" altLang="ja-JP" sz="9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ja-JP" alt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から仙台駅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ja-JP" sz="9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,000円 /台 </a:t>
                      </a:r>
                      <a:r>
                        <a:rPr lang="ja-JP" alt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r>
                        <a:rPr lang="en-US" altLang="ja-JP" sz="9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r>
                        <a:rPr lang="ja-JP" altLang="ja-JP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/>
                        <a:t>現金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ja-JP" alt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参考）第一交通：</a:t>
                      </a:r>
                      <a:r>
                        <a:rPr lang="en-US" altLang="ja-JP" sz="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022-236-1221</a:t>
                      </a:r>
                      <a:br>
                        <a:rPr lang="en-US" altLang="ja-JP" sz="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ja-JP" alt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　　</a:t>
                      </a:r>
                      <a:r>
                        <a:rPr lang="ja-JP" alt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無線タクシー：</a:t>
                      </a:r>
                      <a:r>
                        <a:rPr lang="en-US" altLang="ja-JP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0570-061-000</a:t>
                      </a:r>
                      <a:endParaRPr lang="ja-JP" altLang="en-US" sz="12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16:00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alt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仙台駅</a:t>
                      </a: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到着　解散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おつかれさまでした</a:t>
                      </a:r>
                      <a:endParaRPr sz="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0" name="Google Shape;90;p14"/>
          <p:cNvSpPr txBox="1"/>
          <p:nvPr/>
        </p:nvSpPr>
        <p:spPr>
          <a:xfrm>
            <a:off x="312115" y="8208526"/>
            <a:ext cx="6192174" cy="80017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050"/>
            </a:pPr>
            <a:r>
              <a:rPr lang="ja-JP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【注意事項】サンプルの注意事項です。</a:t>
            </a:r>
            <a:endParaRPr lang="en-US" altLang="ja-JP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1050"/>
            </a:pPr>
            <a:r>
              <a:rPr lang="ja-JP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【緊急連絡先】000-0000-0000(サンプル）</a:t>
            </a:r>
            <a:endParaRPr lang="en-US" altLang="ja-JP"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552</Words>
  <Application>Microsoft Macintosh PowerPoint</Application>
  <PresentationFormat>画面に合わせる (4:3)</PresentationFormat>
  <Paragraphs>112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Kyoko O</dc:creator>
  <cp:lastModifiedBy>Kyoko O</cp:lastModifiedBy>
  <cp:revision>16</cp:revision>
  <cp:lastPrinted>2026-05-29T04:58:53Z</cp:lastPrinted>
  <dcterms:created xsi:type="dcterms:W3CDTF">2024-07-01T06:14:24Z</dcterms:created>
  <dcterms:modified xsi:type="dcterms:W3CDTF">2026-06-04T01:04:49Z</dcterms:modified>
</cp:coreProperties>
</file>